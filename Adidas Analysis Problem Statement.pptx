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7" r:id="rId3"/>
    <p:sldId id="264" r:id="rId4"/>
    <p:sldId id="26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BDCBD-91A3-4759-95EB-9D83A71DDD6F}" v="13" dt="2026-06-28T03:33:37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jeevan Sharma" userId="3303b69aa63939b5" providerId="LiveId" clId="{6966329D-6075-40F8-B9E5-AF7CEBE0BD4B}"/>
    <pc:docChg chg="undo custSel addSld delSld modSld sldOrd addSection delSection modSection">
      <pc:chgData name="Ramjeevan Sharma" userId="3303b69aa63939b5" providerId="LiveId" clId="{6966329D-6075-40F8-B9E5-AF7CEBE0BD4B}" dt="2026-06-21T08:57:39.036" v="137" actId="478"/>
      <pc:docMkLst>
        <pc:docMk/>
      </pc:docMkLst>
      <pc:sldChg chg="modSp mod">
        <pc:chgData name="Ramjeevan Sharma" userId="3303b69aa63939b5" providerId="LiveId" clId="{6966329D-6075-40F8-B9E5-AF7CEBE0BD4B}" dt="2026-06-21T05:11:10.273" v="55"/>
        <pc:sldMkLst>
          <pc:docMk/>
          <pc:sldMk cId="3768645189" sldId="257"/>
        </pc:sldMkLst>
        <pc:spChg chg="mod">
          <ac:chgData name="Ramjeevan Sharma" userId="3303b69aa63939b5" providerId="LiveId" clId="{6966329D-6075-40F8-B9E5-AF7CEBE0BD4B}" dt="2026-06-21T05:11:10.273" v="55"/>
          <ac:spMkLst>
            <pc:docMk/>
            <pc:sldMk cId="3768645189" sldId="257"/>
            <ac:spMk id="4" creationId="{E4514F31-1FCA-65EE-95B9-BC4FA2A71EF7}"/>
          </ac:spMkLst>
        </pc:spChg>
      </pc:sldChg>
      <pc:sldChg chg="addSp delSp modSp add del mod">
        <pc:chgData name="Ramjeevan Sharma" userId="3303b69aa63939b5" providerId="LiveId" clId="{6966329D-6075-40F8-B9E5-AF7CEBE0BD4B}" dt="2026-06-21T05:15:21.917" v="134" actId="1035"/>
        <pc:sldMkLst>
          <pc:docMk/>
          <pc:sldMk cId="310117546" sldId="259"/>
        </pc:sldMkLst>
        <pc:spChg chg="mod">
          <ac:chgData name="Ramjeevan Sharma" userId="3303b69aa63939b5" providerId="LiveId" clId="{6966329D-6075-40F8-B9E5-AF7CEBE0BD4B}" dt="2026-06-21T05:15:09.441" v="120" actId="1035"/>
          <ac:spMkLst>
            <pc:docMk/>
            <pc:sldMk cId="310117546" sldId="259"/>
            <ac:spMk id="2" creationId="{B7B93260-B253-CB75-0FFF-E001899352ED}"/>
          </ac:spMkLst>
        </pc:spChg>
        <pc:spChg chg="add mod">
          <ac:chgData name="Ramjeevan Sharma" userId="3303b69aa63939b5" providerId="LiveId" clId="{6966329D-6075-40F8-B9E5-AF7CEBE0BD4B}" dt="2026-06-21T05:15:21.917" v="134" actId="1035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new mod ord">
        <pc:chgData name="Ramjeevan Sharma" userId="3303b69aa63939b5" providerId="LiveId" clId="{6966329D-6075-40F8-B9E5-AF7CEBE0BD4B}" dt="2026-06-21T08:57:39.036" v="137" actId="478"/>
        <pc:sldMkLst>
          <pc:docMk/>
          <pc:sldMk cId="2250648681" sldId="262"/>
        </pc:sldMkLst>
      </pc:sldChg>
    </pc:docChg>
  </pc:docChgLst>
  <pc:docChgLst>
    <pc:chgData name="Ramjeevan Sharma" userId="3303b69aa63939b5" providerId="LiveId" clId="{81D03C2F-481D-498D-9736-33067F291BB2}"/>
    <pc:docChg chg="undo custSel addSld delSld modSld">
      <pc:chgData name="Ramjeevan Sharma" userId="3303b69aa63939b5" providerId="LiveId" clId="{81D03C2F-481D-498D-9736-33067F291BB2}" dt="2026-06-28T05:46:36.812" v="392" actId="26606"/>
      <pc:docMkLst>
        <pc:docMk/>
      </pc:docMkLst>
      <pc:sldChg chg="delSp modSp mod">
        <pc:chgData name="Ramjeevan Sharma" userId="3303b69aa63939b5" providerId="LiveId" clId="{81D03C2F-481D-498D-9736-33067F291BB2}" dt="2026-06-28T03:33:18.371" v="376" actId="20577"/>
        <pc:sldMkLst>
          <pc:docMk/>
          <pc:sldMk cId="3768645189" sldId="257"/>
        </pc:sldMkLst>
        <pc:spChg chg="mod">
          <ac:chgData name="Ramjeevan Sharma" userId="3303b69aa63939b5" providerId="LiveId" clId="{81D03C2F-481D-498D-9736-33067F291BB2}" dt="2026-06-28T03:28:58.242" v="313" actId="1076"/>
          <ac:spMkLst>
            <pc:docMk/>
            <pc:sldMk cId="3768645189" sldId="257"/>
            <ac:spMk id="2" creationId="{F37CAC12-C6E1-BE73-8BC3-4C05801AC0C6}"/>
          </ac:spMkLst>
        </pc:spChg>
        <pc:spChg chg="mod">
          <ac:chgData name="Ramjeevan Sharma" userId="3303b69aa63939b5" providerId="LiveId" clId="{81D03C2F-481D-498D-9736-33067F291BB2}" dt="2026-06-28T03:33:18.371" v="376" actId="20577"/>
          <ac:spMkLst>
            <pc:docMk/>
            <pc:sldMk cId="3768645189" sldId="257"/>
            <ac:spMk id="4" creationId="{E4514F31-1FCA-65EE-95B9-BC4FA2A71EF7}"/>
          </ac:spMkLst>
        </pc:spChg>
        <pc:spChg chg="del mod">
          <ac:chgData name="Ramjeevan Sharma" userId="3303b69aa63939b5" providerId="LiveId" clId="{81D03C2F-481D-498D-9736-33067F291BB2}" dt="2026-06-28T03:28:42.131" v="309" actId="478"/>
          <ac:spMkLst>
            <pc:docMk/>
            <pc:sldMk cId="3768645189" sldId="257"/>
            <ac:spMk id="6" creationId="{9582AA59-C100-7D09-D35B-75D761BCA57E}"/>
          </ac:spMkLst>
        </pc:spChg>
      </pc:sldChg>
      <pc:sldChg chg="addSp delSp modSp mod">
        <pc:chgData name="Ramjeevan Sharma" userId="3303b69aa63939b5" providerId="LiveId" clId="{81D03C2F-481D-498D-9736-33067F291BB2}" dt="2026-06-28T03:34:36.132" v="388" actId="1076"/>
        <pc:sldMkLst>
          <pc:docMk/>
          <pc:sldMk cId="310117546" sldId="259"/>
        </pc:sldMkLst>
        <pc:spChg chg="mod">
          <ac:chgData name="Ramjeevan Sharma" userId="3303b69aa63939b5" providerId="LiveId" clId="{81D03C2F-481D-498D-9736-33067F291BB2}" dt="2026-06-28T03:34:36.132" v="388" actId="1076"/>
          <ac:spMkLst>
            <pc:docMk/>
            <pc:sldMk cId="310117546" sldId="259"/>
            <ac:spMk id="2" creationId="{B7B93260-B253-CB75-0FFF-E001899352ED}"/>
          </ac:spMkLst>
        </pc:spChg>
        <pc:spChg chg="mod">
          <ac:chgData name="Ramjeevan Sharma" userId="3303b69aa63939b5" providerId="LiveId" clId="{81D03C2F-481D-498D-9736-33067F291BB2}" dt="2026-06-28T03:34:32.350" v="387" actId="1076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del mod">
        <pc:chgData name="Ramjeevan Sharma" userId="3303b69aa63939b5" providerId="LiveId" clId="{81D03C2F-481D-498D-9736-33067F291BB2}" dt="2026-06-28T03:34:43.289" v="389" actId="2696"/>
        <pc:sldMkLst>
          <pc:docMk/>
          <pc:sldMk cId="995092114" sldId="260"/>
        </pc:sldMkLst>
      </pc:sldChg>
      <pc:sldChg chg="addSp delSp modSp add del mod setBg">
        <pc:chgData name="Ramjeevan Sharma" userId="3303b69aa63939b5" providerId="LiveId" clId="{81D03C2F-481D-498D-9736-33067F291BB2}" dt="2026-06-28T05:46:36.812" v="392" actId="26606"/>
        <pc:sldMkLst>
          <pc:docMk/>
          <pc:sldMk cId="2250648681" sldId="262"/>
        </pc:sldMkLst>
        <pc:spChg chg="add del mod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3" creationId="{5B842E8F-72EE-C3E1-584D-E7D3576C66B9}"/>
          </ac:spMkLst>
        </pc:spChg>
        <pc:spChg chg="add del mod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5" creationId="{7D205596-3899-F3E0-53A7-2438BF14F6B6}"/>
          </ac:spMkLst>
        </pc:spChg>
        <pc:spChg chg="add">
          <ac:chgData name="Ramjeevan Sharma" userId="3303b69aa63939b5" providerId="LiveId" clId="{81D03C2F-481D-498D-9736-33067F291BB2}" dt="2026-06-28T05:46:36.812" v="392" actId="26606"/>
          <ac:spMkLst>
            <pc:docMk/>
            <pc:sldMk cId="2250648681" sldId="262"/>
            <ac:spMk id="9" creationId="{42A4FC2C-047E-45A5-965D-8E1E3BF09BC6}"/>
          </ac:spMkLst>
        </pc:spChg>
        <pc:spChg chg="add del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27" creationId="{04812C46-200A-4DEB-A05E-3ED6C68C2387}"/>
          </ac:spMkLst>
        </pc:spChg>
        <pc:spChg chg="add del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29" creationId="{D1EA859B-E555-4109-94F3-6700E046E008}"/>
          </ac:spMkLst>
        </pc:spChg>
        <pc:picChg chg="add mod">
          <ac:chgData name="Ramjeevan Sharma" userId="3303b69aa63939b5" providerId="LiveId" clId="{81D03C2F-481D-498D-9736-33067F291BB2}" dt="2026-06-28T05:46:36.812" v="392" actId="26606"/>
          <ac:picMkLst>
            <pc:docMk/>
            <pc:sldMk cId="2250648681" sldId="262"/>
            <ac:picMk id="4" creationId="{327EA31D-069D-EFFC-7F7C-BF52776BC94F}"/>
          </ac:picMkLst>
        </pc:picChg>
        <pc:picChg chg="add del mod ord">
          <ac:chgData name="Ramjeevan Sharma" userId="3303b69aa63939b5" providerId="LiveId" clId="{81D03C2F-481D-498D-9736-33067F291BB2}" dt="2026-06-28T03:28:02.285" v="297" actId="478"/>
          <ac:picMkLst>
            <pc:docMk/>
            <pc:sldMk cId="2250648681" sldId="262"/>
            <ac:picMk id="6" creationId="{129FFD7F-BD34-2708-266A-B2313422FB1E}"/>
          </ac:picMkLst>
        </pc:picChg>
      </pc:sldChg>
      <pc:sldChg chg="addSp modSp add mod">
        <pc:chgData name="Ramjeevan Sharma" userId="3303b69aa63939b5" providerId="LiveId" clId="{81D03C2F-481D-498D-9736-33067F291BB2}" dt="2026-06-28T03:33:59.584" v="385" actId="1076"/>
        <pc:sldMkLst>
          <pc:docMk/>
          <pc:sldMk cId="4266105308" sldId="263"/>
        </pc:sldMkLst>
        <pc:spChg chg="mod">
          <ac:chgData name="Ramjeevan Sharma" userId="3303b69aa63939b5" providerId="LiveId" clId="{81D03C2F-481D-498D-9736-33067F291BB2}" dt="2026-06-28T03:33:43.543" v="382" actId="120"/>
          <ac:spMkLst>
            <pc:docMk/>
            <pc:sldMk cId="4266105308" sldId="263"/>
            <ac:spMk id="2" creationId="{75A6C429-BADF-ACF0-4EFA-4748DABD0076}"/>
          </ac:spMkLst>
        </pc:spChg>
        <pc:spChg chg="add mod">
          <ac:chgData name="Ramjeevan Sharma" userId="3303b69aa63939b5" providerId="LiveId" clId="{81D03C2F-481D-498D-9736-33067F291BB2}" dt="2026-06-28T03:33:31.695" v="378" actId="1076"/>
          <ac:spMkLst>
            <pc:docMk/>
            <pc:sldMk cId="4266105308" sldId="263"/>
            <ac:spMk id="3" creationId="{9FA02EAE-CFCE-B040-B87E-67144236E718}"/>
          </ac:spMkLst>
        </pc:spChg>
        <pc:spChg chg="mod">
          <ac:chgData name="Ramjeevan Sharma" userId="3303b69aa63939b5" providerId="LiveId" clId="{81D03C2F-481D-498D-9736-33067F291BB2}" dt="2026-06-28T03:33:36.209" v="379" actId="21"/>
          <ac:spMkLst>
            <pc:docMk/>
            <pc:sldMk cId="4266105308" sldId="263"/>
            <ac:spMk id="4" creationId="{DCB3D98E-22BA-0BAE-AEB8-C2CCDEBCB7D5}"/>
          </ac:spMkLst>
        </pc:spChg>
        <pc:spChg chg="mod">
          <ac:chgData name="Ramjeevan Sharma" userId="3303b69aa63939b5" providerId="LiveId" clId="{81D03C2F-481D-498D-9736-33067F291BB2}" dt="2026-06-28T03:33:59.584" v="385" actId="1076"/>
          <ac:spMkLst>
            <pc:docMk/>
            <pc:sldMk cId="4266105308" sldId="263"/>
            <ac:spMk id="6" creationId="{B8A8E1A6-7CDE-17EC-2ECA-B73D725C68DA}"/>
          </ac:spMkLst>
        </pc:spChg>
      </pc:sldChg>
      <pc:sldChg chg="modSp add mod">
        <pc:chgData name="Ramjeevan Sharma" userId="3303b69aa63939b5" providerId="LiveId" clId="{81D03C2F-481D-498D-9736-33067F291BB2}" dt="2026-06-28T03:30:07.231" v="332" actId="1076"/>
        <pc:sldMkLst>
          <pc:docMk/>
          <pc:sldMk cId="3642504651" sldId="264"/>
        </pc:sldMkLst>
        <pc:spChg chg="mod">
          <ac:chgData name="Ramjeevan Sharma" userId="3303b69aa63939b5" providerId="LiveId" clId="{81D03C2F-481D-498D-9736-33067F291BB2}" dt="2026-06-28T03:30:07.231" v="332" actId="1076"/>
          <ac:spMkLst>
            <pc:docMk/>
            <pc:sldMk cId="3642504651" sldId="264"/>
            <ac:spMk id="2" creationId="{D4CC5B72-31B7-E1EF-7907-06AE9B1B4097}"/>
          </ac:spMkLst>
        </pc:spChg>
        <pc:spChg chg="mod">
          <ac:chgData name="Ramjeevan Sharma" userId="3303b69aa63939b5" providerId="LiveId" clId="{81D03C2F-481D-498D-9736-33067F291BB2}" dt="2026-06-28T03:30:00.091" v="331" actId="14100"/>
          <ac:spMkLst>
            <pc:docMk/>
            <pc:sldMk cId="3642504651" sldId="264"/>
            <ac:spMk id="4" creationId="{71DD5508-68D4-D281-6C6F-BDF09B7E04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FD73-90E3-4BF4-89C4-B04ABA6C213C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AED7-6BE2-41FE-9AEE-88C3DF7F3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5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AED7-6BE2-41FE-9AEE-88C3DF7F37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2C2-6C47-A30F-C3CA-B2775224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730B-CBD3-37D2-5F35-88C6E836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B57B-DD90-8F1E-A2BE-76813DA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4317-C13E-E6B7-6709-13D85CED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4A43-177D-6D56-92B2-017456A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03B-558F-CC59-17CC-C90895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AA0E-8E19-DFE1-8E6F-8D15D188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7A70-B788-1AA7-F968-1FE5775A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F619-EB4C-1A8B-95F5-311145F8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548B-F0A1-3EF4-0C6D-1852CFA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079-00A6-1C47-2657-019BDD53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B302-DE72-FBB1-E3DD-B5C833FE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E06-6032-AE7C-D99D-E44B9A7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F37F0-0BC1-6D78-C031-B1F12D4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E40-8638-9059-9C99-86AE6B7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65B2-7A40-0BFE-23DD-976ADCD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2AA-785E-A186-C877-BA06DD5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224B-0037-70A6-3985-7CDD8F69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AAF54-05B5-E467-1C05-5F714D1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6792-59E5-5113-8509-85593650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3-31B4-06BA-D618-64FCA34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9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1A4-A142-FC54-2C24-5B63B050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AFB4-D1E4-448D-1A5A-B6954D6E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0E8A-6027-9BFA-884E-3A21BA3D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5E79-7EAC-2350-ED52-F3175CE8A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6EDD0-D7B3-FBDA-D0AF-B707769E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1D91A-1AC0-F71F-8B23-C645DEA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9805-B1F0-CA4C-CEC1-C0B7204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26AC3-8AF6-B548-765C-DA8C5C1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31B-EBF4-AF0F-07B5-43B0D151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D4BA3-3904-ED96-5820-3D7EE21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EAC-051D-B9BD-8497-57D7311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7AE3-981C-C26E-EB3D-3170159E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DCAE5-7DE3-8547-E980-FCE50963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67F9F-B839-781A-9971-586EF815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B29-F3F0-7FB5-C390-FE6369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BAF-698A-2891-1E74-487BD41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C8EF-51CF-03D8-6E29-FD6C53DC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C04D-153D-95D1-D9CD-04C316BE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701-E048-E7F2-BAC5-635399F1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09E-0E00-B8D6-253D-BBD5983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FA01-9E35-8417-454E-F9CE042A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4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8337-F5C6-D336-F0CB-5C483F1A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587-7DFE-6B31-B467-7F85E2B56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54B8-7C2D-7DB5-4CED-E82333D9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0934-7FDF-ECD4-2FA2-0D9B659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AFEE-2EDF-EC0F-4EEB-703A82A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FB59-354E-628F-E6B2-8B21BC7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6CE-99BF-ED4D-7E53-E921AB34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26AB-6BE8-E428-7A28-2417118C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8C7F-D884-CA53-BB3D-EF6BA8A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9DF5-FEF3-51F3-6B9D-9DC70FB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E0F1-E46C-6306-9E7B-04B5B69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86434-4391-D516-A147-5B672F766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BC7C-342C-EB4B-6D74-35E2D7FF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629C-7F4B-C483-E8D6-7A14404F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541D-3D75-5416-3CDA-8FA76670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64F-D57D-84A1-93DB-DEAB251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37B01-08DE-A1AC-C5CE-8E3B8E72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CE41-ACFA-D485-D6C3-2FC62BB9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92A4-F9CF-0482-17DB-BD116A9C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0399D-63CF-446C-96A3-DFE095CB8109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01D7-9665-AE80-9851-8F6FD872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344C-17D3-DFCF-9985-C755468F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3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EA31D-069D-EFFC-7F7C-BF52776BC9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E405-9A83-081F-21E8-E7B1C259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87184-FC90-6A39-DABC-B92D7EEC3E2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CAC12-C6E1-BE73-8BC3-4C05801AC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1122529"/>
            <a:ext cx="4337304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Problem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CFFD08-6A08-E2B3-E0EB-15E3BF079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347" y="352804"/>
            <a:ext cx="1704975" cy="426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AC86F4D-28F8-90E1-A9E8-00282069AC9A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14F31-1FCA-65EE-95B9-BC4FA2A71EF7}"/>
              </a:ext>
            </a:extLst>
          </p:cNvPr>
          <p:cNvSpPr txBox="1"/>
          <p:nvPr/>
        </p:nvSpPr>
        <p:spPr>
          <a:xfrm>
            <a:off x="824482" y="2187474"/>
            <a:ext cx="100660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Adidas aims to evaluate its sales performance across different regions, states, retailers, and product categories to identify key revenue drivers and profitability opportunities. </a:t>
            </a:r>
          </a:p>
          <a:p>
            <a:endParaRPr lang="en-IN" sz="2800" dirty="0"/>
          </a:p>
          <a:p>
            <a:r>
              <a:rPr lang="en-IN" sz="2800" dirty="0"/>
              <a:t>The company needs a centralized dashboard that enables management to monitor sales trends, compare regional performance, </a:t>
            </a:r>
            <a:r>
              <a:rPr lang="en-IN" sz="2800" dirty="0" err="1"/>
              <a:t>analyze</a:t>
            </a:r>
            <a:r>
              <a:rPr lang="en-IN" sz="2800" dirty="0"/>
              <a:t> product demand, and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76864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E13A-184D-F3EB-D0ED-D0D6F384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2EA42-655B-0291-4702-7D2E5050C28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C5B72-31B7-E1EF-7907-06AE9B1B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973807"/>
            <a:ext cx="5271518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Requirements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0FE8B6-7622-A075-83A5-5DBEF90FC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347" y="352804"/>
            <a:ext cx="1704975" cy="426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E152C72-FAFC-AA38-2DBA-120C67EAC988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D5508-68D4-D281-6C6F-BDF09B7E0408}"/>
              </a:ext>
            </a:extLst>
          </p:cNvPr>
          <p:cNvSpPr txBox="1"/>
          <p:nvPr/>
        </p:nvSpPr>
        <p:spPr>
          <a:xfrm>
            <a:off x="824482" y="1828966"/>
            <a:ext cx="990143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business requires an interactive dashboard that enables stakeholders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Monitor overall sales, profit, units sold, average selling price, and profit margin.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monthly sales trends to identify seasonal patterns.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Compare sales performance across regions and states.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Evaluate the contribution of different retailers and product categories.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Enable users to filter data by Region and Invoice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Identify top-performing products and retailers to support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364250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28-01E8-7B1B-20C3-B3E2C0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108F92-0202-AEF9-9AC4-87589A800EA8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6C429-BADF-ACF0-4EFA-4748DABD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913676"/>
            <a:ext cx="706679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Key Performance Indicators (KPIs)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1FD80-A8DA-704A-B68A-B4440A34C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347" y="352804"/>
            <a:ext cx="1704975" cy="426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C21609-CDF2-2CCE-AE75-9BD5AA46F192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3D98E-22BA-0BAE-AEB8-C2CCDEBCB7D5}"/>
              </a:ext>
            </a:extLst>
          </p:cNvPr>
          <p:cNvSpPr txBox="1"/>
          <p:nvPr/>
        </p:nvSpPr>
        <p:spPr>
          <a:xfrm>
            <a:off x="595882" y="1798830"/>
            <a:ext cx="9928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dashboard should provide the following KPIs: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8E1A6-7CDE-17EC-2ECA-B73D725C68DA}"/>
              </a:ext>
            </a:extLst>
          </p:cNvPr>
          <p:cNvSpPr txBox="1"/>
          <p:nvPr/>
        </p:nvSpPr>
        <p:spPr>
          <a:xfrm>
            <a:off x="595882" y="2260495"/>
            <a:ext cx="10130030" cy="280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Sales</a:t>
            </a:r>
            <a:r>
              <a:rPr lang="en-IN" sz="2400" dirty="0"/>
              <a:t> – Overall revenue generated.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Profit</a:t>
            </a:r>
            <a:r>
              <a:rPr lang="en-IN" sz="2400" dirty="0"/>
              <a:t> – Total profit earned from sales.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Units Sold</a:t>
            </a:r>
            <a:r>
              <a:rPr lang="en-IN" sz="2400" dirty="0"/>
              <a:t> – Number of units sold.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Price per Unit</a:t>
            </a:r>
            <a:r>
              <a:rPr lang="en-IN" sz="2400" dirty="0"/>
              <a:t> – Average selling price of products.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Profit Margin (%)</a:t>
            </a:r>
            <a:r>
              <a:rPr lang="en-IN" sz="2400" dirty="0"/>
              <a:t> – Percentage profit earned on sales.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02EAE-CFCE-B040-B87E-67144236E718}"/>
              </a:ext>
            </a:extLst>
          </p:cNvPr>
          <p:cNvSpPr txBox="1"/>
          <p:nvPr/>
        </p:nvSpPr>
        <p:spPr>
          <a:xfrm>
            <a:off x="595882" y="5135409"/>
            <a:ext cx="9928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These KPIs provide a quick overview of the company's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6610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1516-90ED-7087-0B99-0BE2D13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4FEE9C-3B52-A360-8A73-C417D6EED516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93260-B253-CB75-0FFF-E0018993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885125"/>
            <a:ext cx="884987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Dashboard Visualization Requirements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FB650-A06A-4D8A-9EDE-319E746EB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347" y="352804"/>
            <a:ext cx="1704975" cy="426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142A03-F3D6-CCB2-277A-BEFA583480B9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6B9B-D0B2-0D4A-340E-6FAFDC612778}"/>
              </a:ext>
            </a:extLst>
          </p:cNvPr>
          <p:cNvSpPr txBox="1"/>
          <p:nvPr/>
        </p:nvSpPr>
        <p:spPr>
          <a:xfrm>
            <a:off x="595882" y="1392249"/>
            <a:ext cx="112913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The dashboard should include the following 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Monthly Sales Trend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sales performance across different months.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State</a:t>
            </a:r>
            <a:r>
              <a:rPr lang="en-IN" sz="2400" dirty="0"/>
              <a:t> – Visualize geographical sales distribution.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Region</a:t>
            </a:r>
            <a:r>
              <a:rPr lang="en-IN" sz="2400" dirty="0"/>
              <a:t> – Compare revenue contribution across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Product</a:t>
            </a:r>
            <a:r>
              <a:rPr lang="en-IN" sz="2400" dirty="0"/>
              <a:t> – Identify best-selling product categories.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Retailer</a:t>
            </a:r>
            <a:r>
              <a:rPr lang="en-IN" sz="2400" dirty="0"/>
              <a:t> – Compare retailer performance based on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Region Slicer</a:t>
            </a:r>
            <a:r>
              <a:rPr lang="en-IN" sz="2400" dirty="0"/>
              <a:t> – Filter the report by sales region.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Invoice Date Slicer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performance for a selected time period. </a:t>
            </a:r>
          </a:p>
          <a:p>
            <a:endParaRPr lang="en-IN" sz="2400" dirty="0"/>
          </a:p>
          <a:p>
            <a:r>
              <a:rPr lang="en-IN" sz="2400" dirty="0"/>
              <a:t>These visualizations help stakeholders understand sales trends, regional performance, customer channels, and product demand, enabling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1011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317</Words>
  <Application>Microsoft Office PowerPoint</Application>
  <PresentationFormat>Widescreen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Business Problem</vt:lpstr>
      <vt:lpstr>Business Requirements</vt:lpstr>
      <vt:lpstr>Key Performance Indicators (KPIs)</vt:lpstr>
      <vt:lpstr>Dashboard Visualization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Ramjeevan Sharma</dc:creator>
  <cp:lastModifiedBy>Ramjeevan Sharma</cp:lastModifiedBy>
  <cp:revision>1</cp:revision>
  <dcterms:created xsi:type="dcterms:W3CDTF">2026-06-18T06:15:54Z</dcterms:created>
  <dcterms:modified xsi:type="dcterms:W3CDTF">2026-06-28T05:46:41Z</dcterms:modified>
</cp:coreProperties>
</file>